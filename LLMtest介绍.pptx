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qifenghou/Codes/LLMtest/slides/temp-sl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qifenghou/Codes/LLMtest/slides/temp-slid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qifenghou/Codes/LLMtest/slides/temp-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qifenghou/Codes/LLMtest/slides/temp-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qifenghou/Codes/LLMtest/slides/temp-slid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qifenghou/Codes/LLMtest/slides/temp-slide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响应时间测试工具介绍</dc:title>
  <dc:subject>LLM API 性能测试方案</dc:subject>
  <dc:creator>LLMtest</dc:creator>
  <cp:lastModifiedBy>LLMtest</cp:lastModifiedBy>
  <cp:revision>1</cp:revision>
  <dcterms:created xsi:type="dcterms:W3CDTF">2026-01-28T08:36:01Z</dcterms:created>
  <dcterms:modified xsi:type="dcterms:W3CDTF">2026-01-28T08:36:01Z</dcterms:modified>
</cp:coreProperties>
</file>